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6312175ca4457" /><Relationship Type="http://schemas.openxmlformats.org/officeDocument/2006/relationships/extended-properties" Target="/docProps/app.xml" Id="Rd6189a6347f94347" /><Relationship Type="http://schemas.openxmlformats.org/officeDocument/2006/relationships/officeDocument" Target="/ppt/presentation.xml" Id="R8bba457f5d364e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2a0d5b43a1437b"/>
  </p:sldMasterIdLst>
  <p:notesMasterIdLst>
    <p:notesMasterId xmlns:r="http://schemas.openxmlformats.org/officeDocument/2006/relationships" r:id="R34d647e4cb9440f7"/>
  </p:notesMasterIdLst>
  <p:sldIdLst>
    <p:sldId xmlns:r="http://schemas.openxmlformats.org/officeDocument/2006/relationships" id="256" r:id="Raa99f246c2fb486d"/>
    <p:sldId xmlns:r="http://schemas.openxmlformats.org/officeDocument/2006/relationships" id="257" r:id="Rc202f1e540ec40bf"/>
    <p:sldId xmlns:r="http://schemas.openxmlformats.org/officeDocument/2006/relationships" id="258" r:id="R06189638b6444301"/>
    <p:sldId xmlns:r="http://schemas.openxmlformats.org/officeDocument/2006/relationships" id="259" r:id="R27a3f0735ec5446a"/>
    <p:sldId xmlns:r="http://schemas.openxmlformats.org/officeDocument/2006/relationships" id="260" r:id="Reeebced2d70d4851"/>
    <p:sldId xmlns:r="http://schemas.openxmlformats.org/officeDocument/2006/relationships" id="261" r:id="Rc8e7b074573443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f55f2360146d5" /><Relationship Type="http://schemas.openxmlformats.org/officeDocument/2006/relationships/slideMaster" Target="/ppt/slideMasters/slideMaster1.xml" Id="R5e2a0d5b43a1437b" /><Relationship Type="http://schemas.openxmlformats.org/officeDocument/2006/relationships/notesMaster" Target="/ppt/notesMasters/notesMaster1.xml" Id="R34d647e4cb9440f7" /><Relationship Type="http://schemas.openxmlformats.org/officeDocument/2006/relationships/presProps" Target="/ppt/presProps.xml" Id="Rc09e937edafd4f46" /><Relationship Type="http://schemas.openxmlformats.org/officeDocument/2006/relationships/tableStyles" Target="/ppt/tableStyles.xml" Id="R288a6fb367b04b27" /><Relationship Type="http://schemas.openxmlformats.org/officeDocument/2006/relationships/slide" Target="/ppt/slides/slide1.xml" Id="Raa99f246c2fb486d" /><Relationship Type="http://schemas.openxmlformats.org/officeDocument/2006/relationships/slide" Target="/ppt/slides/slide2.xml" Id="Rc202f1e540ec40bf" /><Relationship Type="http://schemas.openxmlformats.org/officeDocument/2006/relationships/slide" Target="/ppt/slides/slide3.xml" Id="R06189638b6444301" /><Relationship Type="http://schemas.openxmlformats.org/officeDocument/2006/relationships/slide" Target="/ppt/slides/slide4.xml" Id="R27a3f0735ec5446a" /><Relationship Type="http://schemas.openxmlformats.org/officeDocument/2006/relationships/slide" Target="/ppt/slides/slide5.xml" Id="Reeebced2d70d4851" /><Relationship Type="http://schemas.openxmlformats.org/officeDocument/2006/relationships/slide" Target="/ppt/slides/slide6.xml" Id="Rc8e7b0745734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6cdd06d83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bc1702a2054cf3" /><Relationship Type="http://schemas.openxmlformats.org/officeDocument/2006/relationships/notesMaster" Target="/ppt/notesMasters/notesMaster1.xml" Id="R844d3703bb084b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02cbf983a44d2" /><Relationship Type="http://schemas.openxmlformats.org/officeDocument/2006/relationships/notesMaster" Target="/ppt/notesMasters/notesMaster1.xml" Id="Rf783d0d46852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c7fa293bf94f7e" /><Relationship Type="http://schemas.openxmlformats.org/officeDocument/2006/relationships/notesMaster" Target="/ppt/notesMasters/notesMaster1.xml" Id="R21313f8a25b845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a9259fab3e48db" /><Relationship Type="http://schemas.openxmlformats.org/officeDocument/2006/relationships/notesMaster" Target="/ppt/notesMasters/notesMaster1.xml" Id="R626564d77fe040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da09065fdd40a9" /><Relationship Type="http://schemas.openxmlformats.org/officeDocument/2006/relationships/notesMaster" Target="/ppt/notesMasters/notesMaster1.xml" Id="Re54b2352e61549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849b14327344ad" /><Relationship Type="http://schemas.openxmlformats.org/officeDocument/2006/relationships/notesMaster" Target="/ppt/notesMasters/notesMaster1.xml" Id="R7742baec7a99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시각적 기준: 사용자가 제공한 스크린샷 2026-10-29 100505.png. 원저작권 정보는 확인하지 않았습니다. 이미지의 구도·색감·재질을 기준으로 실제 메시 기반 장면을 제작했습니다.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출처: Innerscene, MakeHuman 기반 Sam / Sit Down and Stand Up. https://www.innerscene.com/tools/library/3d-parts/sit-down-and-stand-up-sam-3d-person-animated-66ca6c29 . 제공 페이지 CC0 표기. https://static.makehumancommunity.org/about/license.html . 의상 색상과 축척, 앉기 시점, 팔 동작을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Three.js 0.170.0, MIT. https://github.com/mrdoob/three.js/tree/r170 . BokehPass와 Reflector를 활용했습니다. 사진적 완성도와 모든 시점의 자세는 실제 화면 검증이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9c7638dd44c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e1a0341ef41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6f5ba599f44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fcf1fb74040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699d5027349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d9b5daf9b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63170A-5AC8-4334-B7DA-82175DFF4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1D98F4-8B05-4D5F-B241-A1FEFA253B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56F446-50AC-49B1-8445-31ABC187F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576EBF-D222-4FFE-8B4B-56575C3D7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EC9D99-0239-440B-9F47-1D6881BF5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285AA3-858E-4669-8CF6-D4C0B72D6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763BE2-EBA5-4743-8F1A-8F61B105BA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6AAE91-592E-412B-88D0-301620D913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EC651E-B816-4DA3-BEDD-38B43B50BD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AF3475-2E34-4B00-AEE3-34B2824C91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63303b789d4704" /><Relationship Type="http://schemas.openxmlformats.org/officeDocument/2006/relationships/slideLayout" Target="/ppt/slideLayouts/slideLayout1.xml" Id="Rc69005b7e7d5409c" /><Relationship Type="http://schemas.openxmlformats.org/officeDocument/2006/relationships/slideLayout" Target="/ppt/slideLayouts/slideLayout2.xml" Id="R7a8417b986b6472c" /><Relationship Type="http://schemas.openxmlformats.org/officeDocument/2006/relationships/slideLayout" Target="/ppt/slideLayouts/slideLayout3.xml" Id="R0da9182c1b9141f5" /><Relationship Type="http://schemas.openxmlformats.org/officeDocument/2006/relationships/slideLayout" Target="/ppt/slideLayouts/slideLayout4.xml" Id="R5129f0100e40434f" /><Relationship Type="http://schemas.openxmlformats.org/officeDocument/2006/relationships/slideLayout" Target="/ppt/slideLayouts/slideLayout5.xml" Id="R4fd624b0d3ba4b3c" /><Relationship Type="http://schemas.openxmlformats.org/officeDocument/2006/relationships/slideLayout" Target="/ppt/slideLayouts/slideLayout6.xml" Id="R472ff2e1a74c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9005b7e7d5409c"/>
    <p:sldLayoutId xmlns:r="http://schemas.openxmlformats.org/officeDocument/2006/relationships" id="2147483650" r:id="R7a8417b986b6472c"/>
    <p:sldLayoutId xmlns:r="http://schemas.openxmlformats.org/officeDocument/2006/relationships" id="2147483651" r:id="R0da9182c1b9141f5"/>
    <p:sldLayoutId xmlns:r="http://schemas.openxmlformats.org/officeDocument/2006/relationships" id="2147483652" r:id="R5129f0100e40434f"/>
    <p:sldLayoutId xmlns:r="http://schemas.openxmlformats.org/officeDocument/2006/relationships" id="2147483653" r:id="R4fd624b0d3ba4b3c"/>
    <p:sldLayoutId xmlns:r="http://schemas.openxmlformats.org/officeDocument/2006/relationships" id="2147483654" r:id="R472ff2e1a74c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67544de84472c" /><Relationship Type="http://schemas.openxmlformats.org/officeDocument/2006/relationships/image" Target="/ppt/media/image.png" Id="R0f4b5e534b094f8d" /><Relationship Type="http://schemas.openxmlformats.org/officeDocument/2006/relationships/notesSlide" Target="/ppt/notesSlides/notesSlide1.xml" Id="R7c00acf225e043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29cd622b540d7" /><Relationship Type="http://schemas.openxmlformats.org/officeDocument/2006/relationships/notesSlide" Target="/ppt/notesSlides/notesSlide2.xml" Id="Rfe73290165624c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b1def2a064558" /><Relationship Type="http://schemas.openxmlformats.org/officeDocument/2006/relationships/notesSlide" Target="/ppt/notesSlides/notesSlide3.xml" Id="Rabeb0d2466a44b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eb4bb14394398" /><Relationship Type="http://schemas.openxmlformats.org/officeDocument/2006/relationships/notesSlide" Target="/ppt/notesSlides/notesSlide4.xml" Id="Re7332155ca42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6dbeaf33a4b10" /><Relationship Type="http://schemas.openxmlformats.org/officeDocument/2006/relationships/notesSlide" Target="/ppt/notesSlides/notesSlide5.xml" Id="R3435ef575505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e0efb62514c3d" /><Relationship Type="http://schemas.openxmlformats.org/officeDocument/2006/relationships/notesSlide" Target="/ppt/notesSlides/notesSlide6.xml" Id="R21595ce2b56a4d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C7086-0DE4-424C-8604-EEDE6C9E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>
                <a:solidFill>
                  <a:srgbClr val="EFD5A4"/>
                </a:solidFill>
              </a:defRPr>
            </a:defPPr>
            <a:lvl1pPr>
              <a:defRPr sz="4650">
                <a:solidFill>
                  <a:srgbClr val="EFD5A4"/>
                </a:solidFill>
              </a:defRPr>
            </a:lvl1pPr>
            <a:lvl2pPr>
              <a:defRPr sz="4650">
                <a:solidFill>
                  <a:srgbClr val="EFD5A4"/>
                </a:solidFill>
              </a:defRPr>
            </a:lvl2pPr>
            <a:lvl3pPr>
              <a:defRPr sz="4650">
                <a:solidFill>
                  <a:srgbClr val="EFD5A4"/>
                </a:solidFill>
              </a:defRPr>
            </a:lvl3pPr>
            <a:lvl4pPr>
              <a:defRPr sz="4650">
                <a:solidFill>
                  <a:srgbClr val="EFD5A4"/>
                </a:solidFill>
              </a:defRPr>
            </a:lvl4pPr>
            <a:lvl5pPr>
              <a:defRPr sz="4650">
                <a:solidFill>
                  <a:srgbClr val="EFD5A4"/>
                </a:solidFill>
              </a:defRPr>
            </a:lvl5pPr>
            <a:lvl6pPr>
              <a:defRPr sz="4650">
                <a:solidFill>
                  <a:srgbClr val="EFD5A4"/>
                </a:solidFill>
              </a:defRPr>
            </a:lvl6pPr>
            <a:lvl7pPr>
              <a:defRPr sz="4650">
                <a:solidFill>
                  <a:srgbClr val="EFD5A4"/>
                </a:solidFill>
              </a:defRPr>
            </a:lvl7pPr>
            <a:lvl8pPr>
              <a:defRPr sz="4650">
                <a:solidFill>
                  <a:srgbClr val="EFD5A4"/>
                </a:solidFill>
              </a:defRPr>
            </a:lvl8pPr>
            <a:lvl9pPr>
              <a:defRPr sz="4650">
                <a:solidFill>
                  <a:srgbClr val="EFD5A4"/>
                </a:solidFill>
              </a:defRPr>
            </a:lvl9pPr>
          </a:lstStyle>
          <a:p xmlns:a="http://schemas.openxmlformats.org/drawingml/2006/main">
            <a:pPr>
              <a:defRPr sz="4650">
                <a:solidFill>
                  <a:srgbClr val="EFD5A4"/>
                </a:solidFill>
              </a:defRPr>
            </a:pPr>
            <a:r>
              <a:rPr sz="4650">
                <a:solidFill>
                  <a:srgbClr val="EFD5A4"/>
                </a:solidFill>
              </a:rPr>
              <a:t>雨の路地</a:t>
            </a:r>
          </a:p>
          <a:p xmlns:a="http://schemas.openxmlformats.org/drawingml/2006/main">
            <a:pPr>
              <a:defRPr sz="4650">
                <a:solidFill>
                  <a:srgbClr val="EFD5A4"/>
                </a:solidFill>
              </a:defRPr>
            </a:pPr>
            <a:r>
              <a:rPr sz="4650">
                <a:solidFill>
                  <a:srgbClr val="EFD5A4"/>
                </a:solidFill>
              </a:rPr>
              <a:t>비 오는 골목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9FB48-2248-4553-B1A8-9EAA8875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B8C2CC"/>
                </a:solidFill>
              </a:defRPr>
            </a:defPPr>
            <a:lvl1pPr>
              <a:defRPr sz="1950">
                <a:solidFill>
                  <a:srgbClr val="B8C2CC"/>
                </a:solidFill>
              </a:defRPr>
            </a:lvl1pPr>
            <a:lvl2pPr>
              <a:defRPr sz="1950">
                <a:solidFill>
                  <a:srgbClr val="B8C2CC"/>
                </a:solidFill>
              </a:defRPr>
            </a:lvl2pPr>
            <a:lvl3pPr>
              <a:defRPr sz="1950">
                <a:solidFill>
                  <a:srgbClr val="B8C2CC"/>
                </a:solidFill>
              </a:defRPr>
            </a:lvl3pPr>
            <a:lvl4pPr>
              <a:defRPr sz="1950">
                <a:solidFill>
                  <a:srgbClr val="B8C2CC"/>
                </a:solidFill>
              </a:defRPr>
            </a:lvl4pPr>
            <a:lvl5pPr>
              <a:defRPr sz="1950">
                <a:solidFill>
                  <a:srgbClr val="B8C2CC"/>
                </a:solidFill>
              </a:defRPr>
            </a:lvl5pPr>
            <a:lvl6pPr>
              <a:defRPr sz="1950">
                <a:solidFill>
                  <a:srgbClr val="B8C2CC"/>
                </a:solidFill>
              </a:defRPr>
            </a:lvl6pPr>
            <a:lvl7pPr>
              <a:defRPr sz="1950">
                <a:solidFill>
                  <a:srgbClr val="B8C2CC"/>
                </a:solidFill>
              </a:defRPr>
            </a:lvl7pPr>
            <a:lvl8pPr>
              <a:defRPr sz="1950">
                <a:solidFill>
                  <a:srgbClr val="B8C2CC"/>
                </a:solidFill>
              </a:defRPr>
            </a:lvl8pPr>
            <a:lvl9pPr>
              <a:defRPr sz="1950">
                <a:solidFill>
                  <a:srgbClr val="B8C2CC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B8C2CC"/>
                </a:solidFill>
              </a:defRPr>
            </a:pPr>
            <a:r>
              <a:rPr sz="1950">
                <a:solidFill>
                  <a:srgbClr val="B8C2CC"/>
                </a:solidFill>
              </a:rPr>
              <a:t>실시간 3D 라멘집 디오라마</a:t>
            </a:r>
          </a:p>
          <a:p xmlns:a="http://schemas.openxmlformats.org/drawingml/2006/main">
            <a:pPr>
              <a:defRPr sz="1950">
                <a:solidFill>
                  <a:srgbClr val="B8C2CC"/>
                </a:solidFill>
              </a:defRPr>
            </a:pPr>
            <a:r>
              <a:rPr sz="1950">
                <a:solidFill>
                  <a:srgbClr val="B8C2CC"/>
                </a:solidFill>
              </a:rPr>
              <a:t>현실적인 인체와 재질을 우선한 제작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77802-8F1D-4B26-9912-6001AAB00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b5e534b094f8d"/>
          <a:stretch xmlns:a="http://schemas.openxmlformats.org/drawingml/2006/main"/>
        </p:blipFill>
        <p:spPr>
          <a:xfrm xmlns:a="http://schemas.openxmlformats.org/drawingml/2006/main">
            <a:off x="6953250" y="1313441"/>
            <a:ext cx="4476750" cy="35643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84755-2090-4B68-A280-7819231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43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8799A9"/>
                </a:solidFill>
              </a:defRPr>
            </a:defPPr>
            <a:lvl1pPr>
              <a:defRPr sz="1275">
                <a:solidFill>
                  <a:srgbClr val="8799A9"/>
                </a:solidFill>
              </a:defRPr>
            </a:lvl1pPr>
            <a:lvl2pPr>
              <a:defRPr sz="1275">
                <a:solidFill>
                  <a:srgbClr val="8799A9"/>
                </a:solidFill>
              </a:defRPr>
            </a:lvl2pPr>
            <a:lvl3pPr>
              <a:defRPr sz="1275">
                <a:solidFill>
                  <a:srgbClr val="8799A9"/>
                </a:solidFill>
              </a:defRPr>
            </a:lvl3pPr>
            <a:lvl4pPr>
              <a:defRPr sz="1275">
                <a:solidFill>
                  <a:srgbClr val="8799A9"/>
                </a:solidFill>
              </a:defRPr>
            </a:lvl4pPr>
            <a:lvl5pPr>
              <a:defRPr sz="1275">
                <a:solidFill>
                  <a:srgbClr val="8799A9"/>
                </a:solidFill>
              </a:defRPr>
            </a:lvl5pPr>
            <a:lvl6pPr>
              <a:defRPr sz="1275">
                <a:solidFill>
                  <a:srgbClr val="8799A9"/>
                </a:solidFill>
              </a:defRPr>
            </a:lvl6pPr>
            <a:lvl7pPr>
              <a:defRPr sz="1275">
                <a:solidFill>
                  <a:srgbClr val="8799A9"/>
                </a:solidFill>
              </a:defRPr>
            </a:lvl7pPr>
            <a:lvl8pPr>
              <a:defRPr sz="1275">
                <a:solidFill>
                  <a:srgbClr val="8799A9"/>
                </a:solidFill>
              </a:defRPr>
            </a:lvl8pPr>
            <a:lvl9pPr>
              <a:defRPr sz="1275">
                <a:solidFill>
                  <a:srgbClr val="8799A9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8799A9"/>
                </a:solidFill>
              </a:defRPr>
            </a:pPr>
            <a:r>
              <a:rPr sz="1275">
                <a:solidFill>
                  <a:srgbClr val="8799A9"/>
                </a:solidFill>
              </a:rPr>
              <a:t>사용자 제공 참고 이미지 · 실행 화면 아님</a:t>
            </a:r>
          </a:p>
        </p:txBody>
      </p:sp>
    </p:spTree>
    <p:extLst>
      <p:ext uri="{BB962C8B-B14F-4D97-AF65-F5344CB8AC3E}">
        <p14:creationId xmlns:p14="http://schemas.microsoft.com/office/powerpoint/2010/main" val="1825023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7AE1B-6972-4AD2-93E5-271F2AF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B49A6C"/>
                </a:solidFill>
              </a:defRPr>
            </a:defPPr>
            <a:lvl1pPr>
              <a:defRPr sz="1350">
                <a:solidFill>
                  <a:srgbClr val="B49A6C"/>
                </a:solidFill>
              </a:defRPr>
            </a:lvl1pPr>
            <a:lvl2pPr>
              <a:defRPr sz="1350">
                <a:solidFill>
                  <a:srgbClr val="B49A6C"/>
                </a:solidFill>
              </a:defRPr>
            </a:lvl2pPr>
            <a:lvl3pPr>
              <a:defRPr sz="1350">
                <a:solidFill>
                  <a:srgbClr val="B49A6C"/>
                </a:solidFill>
              </a:defRPr>
            </a:lvl3pPr>
            <a:lvl4pPr>
              <a:defRPr sz="1350">
                <a:solidFill>
                  <a:srgbClr val="B49A6C"/>
                </a:solidFill>
              </a:defRPr>
            </a:lvl4pPr>
            <a:lvl5pPr>
              <a:defRPr sz="1350">
                <a:solidFill>
                  <a:srgbClr val="B49A6C"/>
                </a:solidFill>
              </a:defRPr>
            </a:lvl5pPr>
            <a:lvl6pPr>
              <a:defRPr sz="1350">
                <a:solidFill>
                  <a:srgbClr val="B49A6C"/>
                </a:solidFill>
              </a:defRPr>
            </a:lvl6pPr>
            <a:lvl7pPr>
              <a:defRPr sz="1350">
                <a:solidFill>
                  <a:srgbClr val="B49A6C"/>
                </a:solidFill>
              </a:defRPr>
            </a:lvl7pPr>
            <a:lvl8pPr>
              <a:defRPr sz="1350">
                <a:solidFill>
                  <a:srgbClr val="B49A6C"/>
                </a:solidFill>
              </a:defRPr>
            </a:lvl8pPr>
            <a:lvl9pPr>
              <a:defRPr sz="1350">
                <a:solidFill>
                  <a:srgbClr val="B49A6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B49A6C"/>
                </a:solidFill>
              </a:defRPr>
            </a:pPr>
            <a:r>
              <a:rPr sz="1350">
                <a:solidFill>
                  <a:srgbClr val="B49A6C"/>
                </a:solidFill>
              </a:rPr>
              <a:t>01  /  장면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1C0EB-C4FE-432D-B5AB-A779F258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EAD8B7"/>
                </a:solidFill>
              </a:defRPr>
            </a:defPPr>
            <a:lvl1pPr>
              <a:defRPr sz="3600">
                <a:solidFill>
                  <a:srgbClr val="EAD8B7"/>
                </a:solidFill>
              </a:defRPr>
            </a:lvl1pPr>
            <a:lvl2pPr>
              <a:defRPr sz="3600">
                <a:solidFill>
                  <a:srgbClr val="EAD8B7"/>
                </a:solidFill>
              </a:defRPr>
            </a:lvl2pPr>
            <a:lvl3pPr>
              <a:defRPr sz="3600">
                <a:solidFill>
                  <a:srgbClr val="EAD8B7"/>
                </a:solidFill>
              </a:defRPr>
            </a:lvl3pPr>
            <a:lvl4pPr>
              <a:defRPr sz="3600">
                <a:solidFill>
                  <a:srgbClr val="EAD8B7"/>
                </a:solidFill>
              </a:defRPr>
            </a:lvl4pPr>
            <a:lvl5pPr>
              <a:defRPr sz="3600">
                <a:solidFill>
                  <a:srgbClr val="EAD8B7"/>
                </a:solidFill>
              </a:defRPr>
            </a:lvl5pPr>
            <a:lvl6pPr>
              <a:defRPr sz="3600">
                <a:solidFill>
                  <a:srgbClr val="EAD8B7"/>
                </a:solidFill>
              </a:defRPr>
            </a:lvl6pPr>
            <a:lvl7pPr>
              <a:defRPr sz="3600">
                <a:solidFill>
                  <a:srgbClr val="EAD8B7"/>
                </a:solidFill>
              </a:defRPr>
            </a:lvl7pPr>
            <a:lvl8pPr>
              <a:defRPr sz="3600">
                <a:solidFill>
                  <a:srgbClr val="EAD8B7"/>
                </a:solidFill>
              </a:defRPr>
            </a:lvl8pPr>
            <a:lvl9pPr>
              <a:defRPr sz="3600">
                <a:solidFill>
                  <a:srgbClr val="EAD8B7"/>
                </a:solidFill>
              </a:defRPr>
            </a:lvl9pPr>
          </a:lstStyle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차가운 골목 속</a:t>
            </a:r>
          </a:p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따뜻한 라멘집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C167D-42F0-4052-B9B7-41792868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CC7D0"/>
                </a:solidFill>
              </a:defRPr>
            </a:defPPr>
            <a:lvl1pPr>
              <a:defRPr sz="1875">
                <a:solidFill>
                  <a:srgbClr val="BCC7D0"/>
                </a:solidFill>
              </a:defRPr>
            </a:lvl1pPr>
            <a:lvl2pPr>
              <a:defRPr sz="1875">
                <a:solidFill>
                  <a:srgbClr val="BCC7D0"/>
                </a:solidFill>
              </a:defRPr>
            </a:lvl2pPr>
            <a:lvl3pPr>
              <a:defRPr sz="1875">
                <a:solidFill>
                  <a:srgbClr val="BCC7D0"/>
                </a:solidFill>
              </a:defRPr>
            </a:lvl3pPr>
            <a:lvl4pPr>
              <a:defRPr sz="1875">
                <a:solidFill>
                  <a:srgbClr val="BCC7D0"/>
                </a:solidFill>
              </a:defRPr>
            </a:lvl4pPr>
            <a:lvl5pPr>
              <a:defRPr sz="1875">
                <a:solidFill>
                  <a:srgbClr val="BCC7D0"/>
                </a:solidFill>
              </a:defRPr>
            </a:lvl5pPr>
            <a:lvl6pPr>
              <a:defRPr sz="1875">
                <a:solidFill>
                  <a:srgbClr val="BCC7D0"/>
                </a:solidFill>
              </a:defRPr>
            </a:lvl6pPr>
            <a:lvl7pPr>
              <a:defRPr sz="1875">
                <a:solidFill>
                  <a:srgbClr val="BCC7D0"/>
                </a:solidFill>
              </a:defRPr>
            </a:lvl7pPr>
            <a:lvl8pPr>
              <a:defRPr sz="1875">
                <a:solidFill>
                  <a:srgbClr val="BCC7D0"/>
                </a:solidFill>
              </a:defRPr>
            </a:lvl8pPr>
            <a:lvl9pPr>
              <a:defRPr sz="1875">
                <a:solidFill>
                  <a:srgbClr val="BCC7D0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대각선 위에서 열린 모서리와 ㄱ자 카운터를 관찰합니다.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두께 있는 받침대와 주변 건물이 하나의 작은 세계를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드래그 회전과 확대, 기본 구도 복귀를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696669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8B982-529D-4904-84D3-BF1C4B7F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B49A6C"/>
                </a:solidFill>
              </a:defRPr>
            </a:defPPr>
            <a:lvl1pPr>
              <a:defRPr sz="1350">
                <a:solidFill>
                  <a:srgbClr val="B49A6C"/>
                </a:solidFill>
              </a:defRPr>
            </a:lvl1pPr>
            <a:lvl2pPr>
              <a:defRPr sz="1350">
                <a:solidFill>
                  <a:srgbClr val="B49A6C"/>
                </a:solidFill>
              </a:defRPr>
            </a:lvl2pPr>
            <a:lvl3pPr>
              <a:defRPr sz="1350">
                <a:solidFill>
                  <a:srgbClr val="B49A6C"/>
                </a:solidFill>
              </a:defRPr>
            </a:lvl3pPr>
            <a:lvl4pPr>
              <a:defRPr sz="1350">
                <a:solidFill>
                  <a:srgbClr val="B49A6C"/>
                </a:solidFill>
              </a:defRPr>
            </a:lvl4pPr>
            <a:lvl5pPr>
              <a:defRPr sz="1350">
                <a:solidFill>
                  <a:srgbClr val="B49A6C"/>
                </a:solidFill>
              </a:defRPr>
            </a:lvl5pPr>
            <a:lvl6pPr>
              <a:defRPr sz="1350">
                <a:solidFill>
                  <a:srgbClr val="B49A6C"/>
                </a:solidFill>
              </a:defRPr>
            </a:lvl6pPr>
            <a:lvl7pPr>
              <a:defRPr sz="1350">
                <a:solidFill>
                  <a:srgbClr val="B49A6C"/>
                </a:solidFill>
              </a:defRPr>
            </a:lvl7pPr>
            <a:lvl8pPr>
              <a:defRPr sz="1350">
                <a:solidFill>
                  <a:srgbClr val="B49A6C"/>
                </a:solidFill>
              </a:defRPr>
            </a:lvl8pPr>
            <a:lvl9pPr>
              <a:defRPr sz="1350">
                <a:solidFill>
                  <a:srgbClr val="B49A6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B49A6C"/>
                </a:solidFill>
              </a:defRPr>
            </a:pPr>
            <a:r>
              <a:rPr sz="1350">
                <a:solidFill>
                  <a:srgbClr val="B49A6C"/>
                </a:solidFill>
              </a:rPr>
              <a:t>02  /  인물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2E825-59EA-4CB2-BE85-CAFDCB2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EAD8B7"/>
                </a:solidFill>
              </a:defRPr>
            </a:defPPr>
            <a:lvl1pPr>
              <a:defRPr sz="3600">
                <a:solidFill>
                  <a:srgbClr val="EAD8B7"/>
                </a:solidFill>
              </a:defRPr>
            </a:lvl1pPr>
            <a:lvl2pPr>
              <a:defRPr sz="3600">
                <a:solidFill>
                  <a:srgbClr val="EAD8B7"/>
                </a:solidFill>
              </a:defRPr>
            </a:lvl2pPr>
            <a:lvl3pPr>
              <a:defRPr sz="3600">
                <a:solidFill>
                  <a:srgbClr val="EAD8B7"/>
                </a:solidFill>
              </a:defRPr>
            </a:lvl3pPr>
            <a:lvl4pPr>
              <a:defRPr sz="3600">
                <a:solidFill>
                  <a:srgbClr val="EAD8B7"/>
                </a:solidFill>
              </a:defRPr>
            </a:lvl4pPr>
            <a:lvl5pPr>
              <a:defRPr sz="3600">
                <a:solidFill>
                  <a:srgbClr val="EAD8B7"/>
                </a:solidFill>
              </a:defRPr>
            </a:lvl5pPr>
            <a:lvl6pPr>
              <a:defRPr sz="3600">
                <a:solidFill>
                  <a:srgbClr val="EAD8B7"/>
                </a:solidFill>
              </a:defRPr>
            </a:lvl6pPr>
            <a:lvl7pPr>
              <a:defRPr sz="3600">
                <a:solidFill>
                  <a:srgbClr val="EAD8B7"/>
                </a:solidFill>
              </a:defRPr>
            </a:lvl7pPr>
            <a:lvl8pPr>
              <a:defRPr sz="3600">
                <a:solidFill>
                  <a:srgbClr val="EAD8B7"/>
                </a:solidFill>
              </a:defRPr>
            </a:lvl8pPr>
            <a:lvl9pPr>
              <a:defRPr sz="3600">
                <a:solidFill>
                  <a:srgbClr val="EAD8B7"/>
                </a:solidFill>
              </a:defRPr>
            </a:lvl9pPr>
          </a:lstStyle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실제 인체 메시와</a:t>
            </a:r>
          </a:p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관절 리그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C6579-B083-41CA-9EBC-038CECC8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CC7D0"/>
                </a:solidFill>
              </a:defRPr>
            </a:defPPr>
            <a:lvl1pPr>
              <a:defRPr sz="1875">
                <a:solidFill>
                  <a:srgbClr val="BCC7D0"/>
                </a:solidFill>
              </a:defRPr>
            </a:lvl1pPr>
            <a:lvl2pPr>
              <a:defRPr sz="1875">
                <a:solidFill>
                  <a:srgbClr val="BCC7D0"/>
                </a:solidFill>
              </a:defRPr>
            </a:lvl2pPr>
            <a:lvl3pPr>
              <a:defRPr sz="1875">
                <a:solidFill>
                  <a:srgbClr val="BCC7D0"/>
                </a:solidFill>
              </a:defRPr>
            </a:lvl3pPr>
            <a:lvl4pPr>
              <a:defRPr sz="1875">
                <a:solidFill>
                  <a:srgbClr val="BCC7D0"/>
                </a:solidFill>
              </a:defRPr>
            </a:lvl4pPr>
            <a:lvl5pPr>
              <a:defRPr sz="1875">
                <a:solidFill>
                  <a:srgbClr val="BCC7D0"/>
                </a:solidFill>
              </a:defRPr>
            </a:lvl5pPr>
            <a:lvl6pPr>
              <a:defRPr sz="1875">
                <a:solidFill>
                  <a:srgbClr val="BCC7D0"/>
                </a:solidFill>
              </a:defRPr>
            </a:lvl6pPr>
            <a:lvl7pPr>
              <a:defRPr sz="1875">
                <a:solidFill>
                  <a:srgbClr val="BCC7D0"/>
                </a:solidFill>
              </a:defRPr>
            </a:lvl7pPr>
            <a:lvl8pPr>
              <a:defRPr sz="1875">
                <a:solidFill>
                  <a:srgbClr val="BCC7D0"/>
                </a:solidFill>
              </a:defRPr>
            </a:lvl8pPr>
            <a:lvl9pPr>
              <a:defRPr sz="1875">
                <a:solidFill>
                  <a:srgbClr val="BCC7D0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MakeHuman 기반 Sam 모델을 사용했습니다.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인체·옷·손가락·신발을 가진 스킨 메시입니다.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손님마다 의상 색과 식사 동작의 시작 시점을 다르게 설정했습니다.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주인장에는 흰 상의와 낮은 모자, 짙은 앞치마를 적용했습니다.</a:t>
            </a:r>
          </a:p>
        </p:txBody>
      </p:sp>
    </p:spTree>
    <p:extLst>
      <p:ext uri="{BB962C8B-B14F-4D97-AF65-F5344CB8AC3E}">
        <p14:creationId xmlns:p14="http://schemas.microsoft.com/office/powerpoint/2010/main" val="2109350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1987B-D368-4BD4-A15D-49238CA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B49A6C"/>
                </a:solidFill>
              </a:defRPr>
            </a:defPPr>
            <a:lvl1pPr>
              <a:defRPr sz="1350">
                <a:solidFill>
                  <a:srgbClr val="B49A6C"/>
                </a:solidFill>
              </a:defRPr>
            </a:lvl1pPr>
            <a:lvl2pPr>
              <a:defRPr sz="1350">
                <a:solidFill>
                  <a:srgbClr val="B49A6C"/>
                </a:solidFill>
              </a:defRPr>
            </a:lvl2pPr>
            <a:lvl3pPr>
              <a:defRPr sz="1350">
                <a:solidFill>
                  <a:srgbClr val="B49A6C"/>
                </a:solidFill>
              </a:defRPr>
            </a:lvl3pPr>
            <a:lvl4pPr>
              <a:defRPr sz="1350">
                <a:solidFill>
                  <a:srgbClr val="B49A6C"/>
                </a:solidFill>
              </a:defRPr>
            </a:lvl4pPr>
            <a:lvl5pPr>
              <a:defRPr sz="1350">
                <a:solidFill>
                  <a:srgbClr val="B49A6C"/>
                </a:solidFill>
              </a:defRPr>
            </a:lvl5pPr>
            <a:lvl6pPr>
              <a:defRPr sz="1350">
                <a:solidFill>
                  <a:srgbClr val="B49A6C"/>
                </a:solidFill>
              </a:defRPr>
            </a:lvl6pPr>
            <a:lvl7pPr>
              <a:defRPr sz="1350">
                <a:solidFill>
                  <a:srgbClr val="B49A6C"/>
                </a:solidFill>
              </a:defRPr>
            </a:lvl7pPr>
            <a:lvl8pPr>
              <a:defRPr sz="1350">
                <a:solidFill>
                  <a:srgbClr val="B49A6C"/>
                </a:solidFill>
              </a:defRPr>
            </a:lvl8pPr>
            <a:lvl9pPr>
              <a:defRPr sz="1350">
                <a:solidFill>
                  <a:srgbClr val="B49A6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B49A6C"/>
                </a:solidFill>
              </a:defRPr>
            </a:pPr>
            <a:r>
              <a:rPr sz="1350">
                <a:solidFill>
                  <a:srgbClr val="B49A6C"/>
                </a:solidFill>
              </a:rPr>
              <a:t>03  /  비율과 접촉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AD8AE-17B2-46E9-9E9E-1A327FE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EAD8B7"/>
                </a:solidFill>
              </a:defRPr>
            </a:defPPr>
            <a:lvl1pPr>
              <a:defRPr sz="3600">
                <a:solidFill>
                  <a:srgbClr val="EAD8B7"/>
                </a:solidFill>
              </a:defRPr>
            </a:lvl1pPr>
            <a:lvl2pPr>
              <a:defRPr sz="3600">
                <a:solidFill>
                  <a:srgbClr val="EAD8B7"/>
                </a:solidFill>
              </a:defRPr>
            </a:lvl2pPr>
            <a:lvl3pPr>
              <a:defRPr sz="3600">
                <a:solidFill>
                  <a:srgbClr val="EAD8B7"/>
                </a:solidFill>
              </a:defRPr>
            </a:lvl3pPr>
            <a:lvl4pPr>
              <a:defRPr sz="3600">
                <a:solidFill>
                  <a:srgbClr val="EAD8B7"/>
                </a:solidFill>
              </a:defRPr>
            </a:lvl4pPr>
            <a:lvl5pPr>
              <a:defRPr sz="3600">
                <a:solidFill>
                  <a:srgbClr val="EAD8B7"/>
                </a:solidFill>
              </a:defRPr>
            </a:lvl5pPr>
            <a:lvl6pPr>
              <a:defRPr sz="3600">
                <a:solidFill>
                  <a:srgbClr val="EAD8B7"/>
                </a:solidFill>
              </a:defRPr>
            </a:lvl6pPr>
            <a:lvl7pPr>
              <a:defRPr sz="3600">
                <a:solidFill>
                  <a:srgbClr val="EAD8B7"/>
                </a:solidFill>
              </a:defRPr>
            </a:lvl7pPr>
            <a:lvl8pPr>
              <a:defRPr sz="3600">
                <a:solidFill>
                  <a:srgbClr val="EAD8B7"/>
                </a:solidFill>
              </a:defRPr>
            </a:lvl8pPr>
            <a:lvl9pPr>
              <a:defRPr sz="3600">
                <a:solidFill>
                  <a:srgbClr val="EAD8B7"/>
                </a:solidFill>
              </a:defRPr>
            </a:lvl9pPr>
          </a:lstStyle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한 단위는 1미터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D8F5-3789-4C88-9D69-DB357E8F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CC7D0"/>
                </a:solidFill>
              </a:defRPr>
            </a:defPPr>
            <a:lvl1pPr>
              <a:defRPr sz="1875">
                <a:solidFill>
                  <a:srgbClr val="BCC7D0"/>
                </a:solidFill>
              </a:defRPr>
            </a:lvl1pPr>
            <a:lvl2pPr>
              <a:defRPr sz="1875">
                <a:solidFill>
                  <a:srgbClr val="BCC7D0"/>
                </a:solidFill>
              </a:defRPr>
            </a:lvl2pPr>
            <a:lvl3pPr>
              <a:defRPr sz="1875">
                <a:solidFill>
                  <a:srgbClr val="BCC7D0"/>
                </a:solidFill>
              </a:defRPr>
            </a:lvl3pPr>
            <a:lvl4pPr>
              <a:defRPr sz="1875">
                <a:solidFill>
                  <a:srgbClr val="BCC7D0"/>
                </a:solidFill>
              </a:defRPr>
            </a:lvl4pPr>
            <a:lvl5pPr>
              <a:defRPr sz="1875">
                <a:solidFill>
                  <a:srgbClr val="BCC7D0"/>
                </a:solidFill>
              </a:defRPr>
            </a:lvl5pPr>
            <a:lvl6pPr>
              <a:defRPr sz="1875">
                <a:solidFill>
                  <a:srgbClr val="BCC7D0"/>
                </a:solidFill>
              </a:defRPr>
            </a:lvl6pPr>
            <a:lvl7pPr>
              <a:defRPr sz="1875">
                <a:solidFill>
                  <a:srgbClr val="BCC7D0"/>
                </a:solidFill>
              </a:defRPr>
            </a:lvl7pPr>
            <a:lvl8pPr>
              <a:defRPr sz="1875">
                <a:solidFill>
                  <a:srgbClr val="BCC7D0"/>
                </a:solidFill>
              </a:defRPr>
            </a:lvl8pPr>
            <a:lvl9pPr>
              <a:defRPr sz="1875">
                <a:solidFill>
                  <a:srgbClr val="BCC7D0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좌석 높이 44cm     상판 높이 73cm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좌석과 상판의 높이 차이 29cm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앉기 애니메이션의 골반 이동량을 보정해 의자 중심에 맞췄습니다.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그릇 위치를 기준으로 팔의 목표점을 계산합니다.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팔 길이를 넘는 목표는 관절 도달 범위로 제한합니다.</a:t>
            </a:r>
          </a:p>
        </p:txBody>
      </p:sp>
    </p:spTree>
    <p:extLst>
      <p:ext uri="{BB962C8B-B14F-4D97-AF65-F5344CB8AC3E}">
        <p14:creationId xmlns:p14="http://schemas.microsoft.com/office/powerpoint/2010/main" val="686892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7FE43-2107-45DA-B3A7-8E23C3F4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B49A6C"/>
                </a:solidFill>
              </a:defRPr>
            </a:defPPr>
            <a:lvl1pPr>
              <a:defRPr sz="1350">
                <a:solidFill>
                  <a:srgbClr val="B49A6C"/>
                </a:solidFill>
              </a:defRPr>
            </a:lvl1pPr>
            <a:lvl2pPr>
              <a:defRPr sz="1350">
                <a:solidFill>
                  <a:srgbClr val="B49A6C"/>
                </a:solidFill>
              </a:defRPr>
            </a:lvl2pPr>
            <a:lvl3pPr>
              <a:defRPr sz="1350">
                <a:solidFill>
                  <a:srgbClr val="B49A6C"/>
                </a:solidFill>
              </a:defRPr>
            </a:lvl3pPr>
            <a:lvl4pPr>
              <a:defRPr sz="1350">
                <a:solidFill>
                  <a:srgbClr val="B49A6C"/>
                </a:solidFill>
              </a:defRPr>
            </a:lvl4pPr>
            <a:lvl5pPr>
              <a:defRPr sz="1350">
                <a:solidFill>
                  <a:srgbClr val="B49A6C"/>
                </a:solidFill>
              </a:defRPr>
            </a:lvl5pPr>
            <a:lvl6pPr>
              <a:defRPr sz="1350">
                <a:solidFill>
                  <a:srgbClr val="B49A6C"/>
                </a:solidFill>
              </a:defRPr>
            </a:lvl6pPr>
            <a:lvl7pPr>
              <a:defRPr sz="1350">
                <a:solidFill>
                  <a:srgbClr val="B49A6C"/>
                </a:solidFill>
              </a:defRPr>
            </a:lvl7pPr>
            <a:lvl8pPr>
              <a:defRPr sz="1350">
                <a:solidFill>
                  <a:srgbClr val="B49A6C"/>
                </a:solidFill>
              </a:defRPr>
            </a:lvl8pPr>
            <a:lvl9pPr>
              <a:defRPr sz="1350">
                <a:solidFill>
                  <a:srgbClr val="B49A6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B49A6C"/>
                </a:solidFill>
              </a:defRPr>
            </a:pPr>
            <a:r>
              <a:rPr sz="1350">
                <a:solidFill>
                  <a:srgbClr val="B49A6C"/>
                </a:solidFill>
              </a:rPr>
              <a:t>04  /  재질과 움직임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21974-F1BF-4DF6-9DA6-A74A95C3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EAD8B7"/>
                </a:solidFill>
              </a:defRPr>
            </a:defPPr>
            <a:lvl1pPr>
              <a:defRPr sz="3600">
                <a:solidFill>
                  <a:srgbClr val="EAD8B7"/>
                </a:solidFill>
              </a:defRPr>
            </a:lvl1pPr>
            <a:lvl2pPr>
              <a:defRPr sz="3600">
                <a:solidFill>
                  <a:srgbClr val="EAD8B7"/>
                </a:solidFill>
              </a:defRPr>
            </a:lvl2pPr>
            <a:lvl3pPr>
              <a:defRPr sz="3600">
                <a:solidFill>
                  <a:srgbClr val="EAD8B7"/>
                </a:solidFill>
              </a:defRPr>
            </a:lvl3pPr>
            <a:lvl4pPr>
              <a:defRPr sz="3600">
                <a:solidFill>
                  <a:srgbClr val="EAD8B7"/>
                </a:solidFill>
              </a:defRPr>
            </a:lvl4pPr>
            <a:lvl5pPr>
              <a:defRPr sz="3600">
                <a:solidFill>
                  <a:srgbClr val="EAD8B7"/>
                </a:solidFill>
              </a:defRPr>
            </a:lvl5pPr>
            <a:lvl6pPr>
              <a:defRPr sz="3600">
                <a:solidFill>
                  <a:srgbClr val="EAD8B7"/>
                </a:solidFill>
              </a:defRPr>
            </a:lvl6pPr>
            <a:lvl7pPr>
              <a:defRPr sz="3600">
                <a:solidFill>
                  <a:srgbClr val="EAD8B7"/>
                </a:solidFill>
              </a:defRPr>
            </a:lvl7pPr>
            <a:lvl8pPr>
              <a:defRPr sz="3600">
                <a:solidFill>
                  <a:srgbClr val="EAD8B7"/>
                </a:solidFill>
              </a:defRPr>
            </a:lvl8pPr>
            <a:lvl9pPr>
              <a:defRPr sz="3600">
                <a:solidFill>
                  <a:srgbClr val="EAD8B7"/>
                </a:solidFill>
              </a:defRPr>
            </a:lvl9pPr>
          </a:lstStyle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목재, 기와, 금속과</a:t>
            </a:r>
          </a:p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젖은 포석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04728-CD58-48D7-9A58-33A2E8AF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CC7D0"/>
                </a:solidFill>
              </a:defRPr>
            </a:defPPr>
            <a:lvl1pPr>
              <a:defRPr sz="1875">
                <a:solidFill>
                  <a:srgbClr val="BCC7D0"/>
                </a:solidFill>
              </a:defRPr>
            </a:lvl1pPr>
            <a:lvl2pPr>
              <a:defRPr sz="1875">
                <a:solidFill>
                  <a:srgbClr val="BCC7D0"/>
                </a:solidFill>
              </a:defRPr>
            </a:lvl2pPr>
            <a:lvl3pPr>
              <a:defRPr sz="1875">
                <a:solidFill>
                  <a:srgbClr val="BCC7D0"/>
                </a:solidFill>
              </a:defRPr>
            </a:lvl3pPr>
            <a:lvl4pPr>
              <a:defRPr sz="1875">
                <a:solidFill>
                  <a:srgbClr val="BCC7D0"/>
                </a:solidFill>
              </a:defRPr>
            </a:lvl4pPr>
            <a:lvl5pPr>
              <a:defRPr sz="1875">
                <a:solidFill>
                  <a:srgbClr val="BCC7D0"/>
                </a:solidFill>
              </a:defRPr>
            </a:lvl5pPr>
            <a:lvl6pPr>
              <a:defRPr sz="1875">
                <a:solidFill>
                  <a:srgbClr val="BCC7D0"/>
                </a:solidFill>
              </a:defRPr>
            </a:lvl6pPr>
            <a:lvl7pPr>
              <a:defRPr sz="1875">
                <a:solidFill>
                  <a:srgbClr val="BCC7D0"/>
                </a:solidFill>
              </a:defRPr>
            </a:lvl7pPr>
            <a:lvl8pPr>
              <a:defRPr sz="1875">
                <a:solidFill>
                  <a:srgbClr val="BCC7D0"/>
                </a:solidFill>
              </a:defRPr>
            </a:lvl8pPr>
            <a:lvl9pPr>
              <a:defRPr sz="1875">
                <a:solidFill>
                  <a:srgbClr val="BCC7D0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재질별 거칠기와 금속성을 구분하고 목재 결과 표면 요철을 적용했습니다.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냄비 젓기, 면 들어 올리기, 비, 김과 파문을 반복 재생합니다.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카메라와 가게 사이의 거리를 따라 깊이 기반 초점을 조절합니다.</a:t>
            </a:r>
          </a:p>
        </p:txBody>
      </p:sp>
    </p:spTree>
    <p:extLst>
      <p:ext uri="{BB962C8B-B14F-4D97-AF65-F5344CB8AC3E}">
        <p14:creationId xmlns:p14="http://schemas.microsoft.com/office/powerpoint/2010/main" val="1627196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323C-2815-4ED0-B910-60798CD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B49A6C"/>
                </a:solidFill>
              </a:defRPr>
            </a:defPPr>
            <a:lvl1pPr>
              <a:defRPr sz="1350">
                <a:solidFill>
                  <a:srgbClr val="B49A6C"/>
                </a:solidFill>
              </a:defRPr>
            </a:lvl1pPr>
            <a:lvl2pPr>
              <a:defRPr sz="1350">
                <a:solidFill>
                  <a:srgbClr val="B49A6C"/>
                </a:solidFill>
              </a:defRPr>
            </a:lvl2pPr>
            <a:lvl3pPr>
              <a:defRPr sz="1350">
                <a:solidFill>
                  <a:srgbClr val="B49A6C"/>
                </a:solidFill>
              </a:defRPr>
            </a:lvl3pPr>
            <a:lvl4pPr>
              <a:defRPr sz="1350">
                <a:solidFill>
                  <a:srgbClr val="B49A6C"/>
                </a:solidFill>
              </a:defRPr>
            </a:lvl4pPr>
            <a:lvl5pPr>
              <a:defRPr sz="1350">
                <a:solidFill>
                  <a:srgbClr val="B49A6C"/>
                </a:solidFill>
              </a:defRPr>
            </a:lvl5pPr>
            <a:lvl6pPr>
              <a:defRPr sz="1350">
                <a:solidFill>
                  <a:srgbClr val="B49A6C"/>
                </a:solidFill>
              </a:defRPr>
            </a:lvl6pPr>
            <a:lvl7pPr>
              <a:defRPr sz="1350">
                <a:solidFill>
                  <a:srgbClr val="B49A6C"/>
                </a:solidFill>
              </a:defRPr>
            </a:lvl7pPr>
            <a:lvl8pPr>
              <a:defRPr sz="1350">
                <a:solidFill>
                  <a:srgbClr val="B49A6C"/>
                </a:solidFill>
              </a:defRPr>
            </a:lvl8pPr>
            <a:lvl9pPr>
              <a:defRPr sz="1350">
                <a:solidFill>
                  <a:srgbClr val="B49A6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B49A6C"/>
                </a:solidFill>
              </a:defRPr>
            </a:pPr>
            <a:r>
              <a:rPr sz="1350">
                <a:solidFill>
                  <a:srgbClr val="B49A6C"/>
                </a:solidFill>
              </a:rPr>
              <a:t>05  /  실행과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2A809-0D09-4DA5-AA1C-49D5B63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EAD8B7"/>
                </a:solidFill>
              </a:defRPr>
            </a:defPPr>
            <a:lvl1pPr>
              <a:defRPr sz="3600">
                <a:solidFill>
                  <a:srgbClr val="EAD8B7"/>
                </a:solidFill>
              </a:defRPr>
            </a:lvl1pPr>
            <a:lvl2pPr>
              <a:defRPr sz="3600">
                <a:solidFill>
                  <a:srgbClr val="EAD8B7"/>
                </a:solidFill>
              </a:defRPr>
            </a:lvl2pPr>
            <a:lvl3pPr>
              <a:defRPr sz="3600">
                <a:solidFill>
                  <a:srgbClr val="EAD8B7"/>
                </a:solidFill>
              </a:defRPr>
            </a:lvl3pPr>
            <a:lvl4pPr>
              <a:defRPr sz="3600">
                <a:solidFill>
                  <a:srgbClr val="EAD8B7"/>
                </a:solidFill>
              </a:defRPr>
            </a:lvl4pPr>
            <a:lvl5pPr>
              <a:defRPr sz="3600">
                <a:solidFill>
                  <a:srgbClr val="EAD8B7"/>
                </a:solidFill>
              </a:defRPr>
            </a:lvl5pPr>
            <a:lvl6pPr>
              <a:defRPr sz="3600">
                <a:solidFill>
                  <a:srgbClr val="EAD8B7"/>
                </a:solidFill>
              </a:defRPr>
            </a:lvl6pPr>
            <a:lvl7pPr>
              <a:defRPr sz="3600">
                <a:solidFill>
                  <a:srgbClr val="EAD8B7"/>
                </a:solidFill>
              </a:defRPr>
            </a:lvl7pPr>
            <a:lvl8pPr>
              <a:defRPr sz="3600">
                <a:solidFill>
                  <a:srgbClr val="EAD8B7"/>
                </a:solidFill>
              </a:defRPr>
            </a:lvl8pPr>
            <a:lvl9pPr>
              <a:defRPr sz="3600">
                <a:solidFill>
                  <a:srgbClr val="EAD8B7"/>
                </a:solidFill>
              </a:defRPr>
            </a:lvl9pPr>
          </a:lstStyle>
          <a:p xmlns:a="http://schemas.openxmlformats.org/drawingml/2006/main">
            <a:pPr>
              <a:defRPr sz="3600">
                <a:solidFill>
                  <a:srgbClr val="EAD8B7"/>
                </a:solidFill>
              </a:defRPr>
            </a:pPr>
            <a:r>
              <a:rPr sz="3600">
                <a:solidFill>
                  <a:srgbClr val="EAD8B7"/>
                </a:solidFill>
              </a:rPr>
              <a:t>제출 파일과 확인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1444A-62C1-45D4-B9E7-C936182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BCC7D0"/>
                </a:solidFill>
              </a:defRPr>
            </a:defPPr>
            <a:lvl1pPr>
              <a:defRPr sz="1875">
                <a:solidFill>
                  <a:srgbClr val="BCC7D0"/>
                </a:solidFill>
              </a:defRPr>
            </a:lvl1pPr>
            <a:lvl2pPr>
              <a:defRPr sz="1875">
                <a:solidFill>
                  <a:srgbClr val="BCC7D0"/>
                </a:solidFill>
              </a:defRPr>
            </a:lvl2pPr>
            <a:lvl3pPr>
              <a:defRPr sz="1875">
                <a:solidFill>
                  <a:srgbClr val="BCC7D0"/>
                </a:solidFill>
              </a:defRPr>
            </a:lvl3pPr>
            <a:lvl4pPr>
              <a:defRPr sz="1875">
                <a:solidFill>
                  <a:srgbClr val="BCC7D0"/>
                </a:solidFill>
              </a:defRPr>
            </a:lvl4pPr>
            <a:lvl5pPr>
              <a:defRPr sz="1875">
                <a:solidFill>
                  <a:srgbClr val="BCC7D0"/>
                </a:solidFill>
              </a:defRPr>
            </a:lvl5pPr>
            <a:lvl6pPr>
              <a:defRPr sz="1875">
                <a:solidFill>
                  <a:srgbClr val="BCC7D0"/>
                </a:solidFill>
              </a:defRPr>
            </a:lvl6pPr>
            <a:lvl7pPr>
              <a:defRPr sz="1875">
                <a:solidFill>
                  <a:srgbClr val="BCC7D0"/>
                </a:solidFill>
              </a:defRPr>
            </a:lvl7pPr>
            <a:lvl8pPr>
              <a:defRPr sz="1875">
                <a:solidFill>
                  <a:srgbClr val="BCC7D0"/>
                </a:solidFill>
              </a:defRPr>
            </a:lvl8pPr>
            <a:lvl9pPr>
              <a:defRPr sz="1875">
                <a:solidFill>
                  <a:srgbClr val="BCC7D0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HTML: Chrome 또는 Edge에서 파일을 직접 엽니다.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JSON: 요구사항과 검증 기준을 편집할 수 있습니다.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소스 ZIP: 장면 코드와 로컬 에셋을 포함합니다.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관절 좌표와 가구 치수는 코드로 확인했습니다.</a:t>
            </a:r>
          </a:p>
          <a:p xmlns:a="http://schemas.openxmlformats.org/drawingml/2006/main">
            <a:pPr>
              <a:defRPr sz="1875">
                <a:solidFill>
                  <a:srgbClr val="BCC7D0"/>
                </a:solidFill>
              </a:defRPr>
            </a:pPr>
            <a:r>
              <a:rPr sz="1875">
                <a:solidFill>
                  <a:srgbClr val="BCC7D0"/>
                </a:solidFill>
              </a:rPr>
              <a:t>브라우저의 실제 화면과 식사 자세는 환경 제한으로 검증하지 못했습니다.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37691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2026-10-29T02:16:07.4390000Z</dcterms:created>
  <dcterms:modified xsi:type="dcterms:W3CDTF">2026-10-29T02:16:07.4390000Z</dcterms:modified>
</coreProperties>
</file>